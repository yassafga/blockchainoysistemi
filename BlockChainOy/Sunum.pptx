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68"/>
  </p:normalViewPr>
  <p:slideViewPr>
    <p:cSldViewPr snapToGrid="0">
      <p:cViewPr varScale="1">
        <p:scale>
          <a:sx n="88" d="100"/>
          <a:sy n="88" d="100"/>
        </p:scale>
        <p:origin x="176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12/16/25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492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7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03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068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21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87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96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12/16/25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5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50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44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46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6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8" r:id="rId6"/>
    <p:sldLayoutId id="2147483743" r:id="rId7"/>
    <p:sldLayoutId id="2147483744" r:id="rId8"/>
    <p:sldLayoutId id="2147483745" r:id="rId9"/>
    <p:sldLayoutId id="2147483747" r:id="rId10"/>
    <p:sldLayoutId id="214748374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Zincirin yakından görünümü">
            <a:extLst>
              <a:ext uri="{FF2B5EF4-FFF2-40B4-BE49-F238E27FC236}">
                <a16:creationId xmlns:a16="http://schemas.microsoft.com/office/drawing/2014/main" id="{047083FB-D62A-6D69-8C6E-98994B5070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627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176F269-2677-9844-ED55-AB9AF41EF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tr-TR" sz="4800" dirty="0" err="1">
                <a:solidFill>
                  <a:schemeClr val="bg1"/>
                </a:solidFill>
              </a:rPr>
              <a:t>BlockChain</a:t>
            </a:r>
            <a:r>
              <a:rPr lang="tr-TR" sz="4800" dirty="0">
                <a:solidFill>
                  <a:schemeClr val="bg1"/>
                </a:solidFill>
              </a:rPr>
              <a:t> Oy Sistemi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09B64906-362C-9DA0-72CA-434D7AF77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r>
              <a:rPr lang="tr-TR" sz="2000" dirty="0">
                <a:solidFill>
                  <a:schemeClr val="bg1"/>
                </a:solidFill>
              </a:rPr>
              <a:t>Yusuf SUKARİ 222803077</a:t>
            </a:r>
          </a:p>
          <a:p>
            <a:endParaRPr lang="tr-TR" sz="20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59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43F2548-A154-75AF-BEB8-E3BAA3270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ACBBB19-B80E-A051-21CA-240CA9979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005335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6</Words>
  <Application>Microsoft Macintosh PowerPoint</Application>
  <PresentationFormat>Geniş ekran</PresentationFormat>
  <Paragraphs>2</Paragraphs>
  <Slides>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6" baseType="lpstr">
      <vt:lpstr>Arial</vt:lpstr>
      <vt:lpstr>Avenir Next LT Pro</vt:lpstr>
      <vt:lpstr>Calibri</vt:lpstr>
      <vt:lpstr>AccentBoxVTI</vt:lpstr>
      <vt:lpstr>BlockChain Oy Sistemi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YUSUF S. 222803077</dc:creator>
  <cp:lastModifiedBy>YUSUF S. 222803077</cp:lastModifiedBy>
  <cp:revision>1</cp:revision>
  <dcterms:created xsi:type="dcterms:W3CDTF">2025-12-16T10:56:48Z</dcterms:created>
  <dcterms:modified xsi:type="dcterms:W3CDTF">2025-12-16T13:43:09Z</dcterms:modified>
</cp:coreProperties>
</file>